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9" r:id="rId4"/>
    <p:sldId id="260" r:id="rId5"/>
    <p:sldId id="261" r:id="rId6"/>
    <p:sldId id="263" r:id="rId7"/>
    <p:sldId id="258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33534-1045-C763-CA06-66DA6E6BA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4ABBEE-C574-8EB1-4CAC-D2DAAD7F5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F9DF5-4EFE-BADA-28D4-C0C29FD1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55309-C136-1E77-5C01-B71B1763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1AE75-F518-FA3A-9F0A-6889C41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54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0B067-08C4-D4D4-2035-95FA401C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BD494-2895-E679-5634-A11E7C8F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D5AD7-BF4C-C3F2-1E74-745BD357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013833-C105-0EEA-BC04-E9A758F1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5D6D7-8437-BBCB-8AE1-98F4362F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5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A4D2BB-BE70-4048-3FA2-3A70FF6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56636F-8C4A-8A4E-9DC9-805125BE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2EEE4-555B-C754-DB7A-EFA87584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89894-427F-047B-BA5E-16CB3693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B90673-8A6F-97D9-ED78-3DE425E6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7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83A9-9418-B1D4-DF7A-A734D399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3FCD1-CA94-6735-FDC7-4332DBA3E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FA8402-A2C4-0FBA-0E91-C7745A024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947ACC-C9B7-0805-7D30-AA5FFAA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9E2FFB-5F7D-C36D-3C2F-0C3AE58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1648C7-9492-907C-126E-4916BCAC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5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7EA12-7354-4902-F779-58EF511A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36DB85-E389-A099-F71B-30B8AE302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4ECCC1-E9DF-509A-9BC9-AE9FD5DA1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72E4F9-D2CD-3C05-FA90-71A9BFAE4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F3A118-DF05-7EBF-D442-96C2A7750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C7C662-73E0-9B29-A5C8-9FD77A9D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AD7879-61AB-78CC-CE7A-F739DEE9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05B546-5567-59FD-3524-3E95418D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40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F3092-40E3-4894-BC07-432A3B7B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50D5B1-472A-FA6B-220B-FE42E737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41B56C-2FD0-074C-02B2-5D80A78C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DAFEA8-AB68-3F0A-0ACA-23F343B3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2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A9F6EE-F617-634D-4ECF-4397EEF1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A1B63B-2420-BB6C-4F12-67ADA361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1C90A-F846-1EBF-6AC3-77F44659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45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29146-C100-CD26-564E-9934D87D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572FB1-390D-5BF5-B095-3CD72CCC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EBBA2A-3027-7861-255B-375D5CF5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9EACC-1347-BADB-8B91-3539FB1A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11D7FD-5313-E627-3FD8-FC458363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4212F-6DCE-708E-8BAB-BC29C078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10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0A790-047A-5002-146B-FDD9673D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56C814-4AC5-6447-1530-C0CB4CB40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8AB2F2-3BA8-0872-018C-9FC4154E1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CB2859-332D-8081-55D7-F76891D1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E6CD90-0372-F591-9E03-E67992A4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6C030C-312B-B6A5-DB4A-F18CD877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1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4FD62-0E46-AA10-0883-EB607DD6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0F9697-41B9-6848-A698-780A98436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2BAA6-C101-68B7-8A83-1E0C6581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D47C7-378B-781C-7037-D5ADF993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198F54-6929-67E1-78FA-556080D8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2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F585F5-DBDA-1C8E-1DFF-038FB49C0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075FC8-5A24-4BFC-0FC9-FB27045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B6BF2-7077-406A-83BD-650461D6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E5B67-0340-836F-72F2-1DE73596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AD98D-7111-6CFB-80A4-2074A383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34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9249F9-318A-6A42-FCEE-D0B08079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5D2D0-7528-0792-890E-3B5F3E2DB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3BC60-CCC6-636E-F766-2E71EB0C7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AC4EA-D732-44E5-AF30-E4A5B51E926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34ABF-66F4-A3C1-C561-8617BEA60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673194-D7E7-2E54-CD2A-9D3473773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08137-5EFD-4A8A-ADF3-8032D6766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03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DA279-8965-9486-5EAA-7E1687C64342}"/>
              </a:ext>
            </a:extLst>
          </p:cNvPr>
          <p:cNvSpPr txBox="1"/>
          <p:nvPr/>
        </p:nvSpPr>
        <p:spPr>
          <a:xfrm>
            <a:off x="159026" y="58846"/>
            <a:ext cx="1112188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App.py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Routers // URL</a:t>
            </a:r>
            <a:r>
              <a:rPr lang="ko-KR" altLang="en-US"/>
              <a:t>받음</a:t>
            </a:r>
            <a:r>
              <a:rPr lang="en-US" altLang="ko-KR"/>
              <a:t>, request body </a:t>
            </a:r>
            <a:r>
              <a:rPr lang="ko-KR" altLang="en-US"/>
              <a:t>꺼냄</a:t>
            </a:r>
            <a:r>
              <a:rPr lang="en-US" altLang="ko-KR"/>
              <a:t>, schema </a:t>
            </a:r>
            <a:r>
              <a:rPr lang="ko-KR" altLang="en-US"/>
              <a:t>검증호출</a:t>
            </a:r>
            <a:r>
              <a:rPr lang="en-US" altLang="ko-KR"/>
              <a:t>, service </a:t>
            </a:r>
            <a:r>
              <a:rPr lang="ko-KR" altLang="en-US"/>
              <a:t>호출</a:t>
            </a:r>
            <a:r>
              <a:rPr lang="en-US" altLang="ko-KR"/>
              <a:t>, </a:t>
            </a:r>
            <a:r>
              <a:rPr lang="ko-KR" altLang="en-US"/>
              <a:t>응답 반환</a:t>
            </a:r>
            <a:endParaRPr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Ask.py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Prompt.py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History.py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Health.py – </a:t>
            </a:r>
            <a:r>
              <a:rPr lang="ko-KR" altLang="en-US"/>
              <a:t>서버 상태 점검용</a:t>
            </a:r>
            <a:endParaRPr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__init__.py – app.py</a:t>
            </a:r>
            <a:r>
              <a:rPr lang="ko-KR" altLang="en-US"/>
              <a:t>에 </a:t>
            </a:r>
            <a:r>
              <a:rPr lang="en-US" altLang="ko-KR"/>
              <a:t>bp</a:t>
            </a:r>
            <a:r>
              <a:rPr lang="ko-KR" altLang="en-US"/>
              <a:t>를 그룹화하여 가독성좋게 만듬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Schemas // </a:t>
            </a:r>
            <a:r>
              <a:rPr lang="ko-KR" altLang="en-US"/>
              <a:t>요청값 검증</a:t>
            </a:r>
            <a:r>
              <a:rPr lang="en-US" altLang="ko-KR"/>
              <a:t>, </a:t>
            </a:r>
            <a:r>
              <a:rPr lang="ko-KR" altLang="en-US"/>
              <a:t>필수값 체크</a:t>
            </a:r>
            <a:r>
              <a:rPr lang="en-US" altLang="ko-KR"/>
              <a:t>, </a:t>
            </a:r>
            <a:r>
              <a:rPr lang="ko-KR" altLang="en-US"/>
              <a:t>타입 체크</a:t>
            </a:r>
            <a:r>
              <a:rPr lang="en-US" altLang="ko-KR"/>
              <a:t>, </a:t>
            </a:r>
            <a:r>
              <a:rPr lang="ko-KR" altLang="en-US"/>
              <a:t>정리된 데이터 반환</a:t>
            </a:r>
            <a:endParaRPr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Ask.py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Prompt.py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History.py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Health.py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Common.py – </a:t>
            </a:r>
            <a:r>
              <a:rPr lang="ko-KR" altLang="en-US"/>
              <a:t>공통 응답 메시지 </a:t>
            </a:r>
            <a:r>
              <a:rPr lang="en-US" altLang="ko-KR"/>
              <a:t>/ </a:t>
            </a:r>
            <a:r>
              <a:rPr lang="ko-KR" altLang="en-US"/>
              <a:t>유틸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Services // </a:t>
            </a:r>
            <a:r>
              <a:rPr lang="ko-KR" altLang="en-US"/>
              <a:t>실제 로직 수행</a:t>
            </a:r>
            <a:r>
              <a:rPr lang="en-US" altLang="ko-KR"/>
              <a:t>, repositories </a:t>
            </a:r>
            <a:r>
              <a:rPr lang="ko-KR" altLang="en-US"/>
              <a:t>호출하여 이용</a:t>
            </a:r>
            <a:endParaRPr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Ask.py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Prompt.py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History.py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Health.py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Exceptions // </a:t>
            </a:r>
            <a:r>
              <a:rPr lang="ko-KR" altLang="en-US"/>
              <a:t>예외 발생시 공통 </a:t>
            </a:r>
            <a:r>
              <a:rPr lang="en-US" altLang="ko-KR"/>
              <a:t>json </a:t>
            </a:r>
            <a:r>
              <a:rPr lang="ko-KR" altLang="en-US"/>
              <a:t>응답 반환</a:t>
            </a:r>
            <a:endParaRPr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Custom.py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/>
              <a:t>Handlers.py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Repositories // DB </a:t>
            </a:r>
            <a:r>
              <a:rPr lang="ko-KR" altLang="en-US"/>
              <a:t>조회</a:t>
            </a:r>
            <a:r>
              <a:rPr lang="en-US" altLang="ko-KR"/>
              <a:t>, </a:t>
            </a:r>
            <a:r>
              <a:rPr lang="ko-KR" altLang="en-US"/>
              <a:t>저장</a:t>
            </a:r>
            <a:r>
              <a:rPr lang="en-US" altLang="ko-KR"/>
              <a:t>, </a:t>
            </a:r>
            <a:r>
              <a:rPr lang="ko-KR" altLang="en-US"/>
              <a:t>프로시저 호출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Prompt_repository.py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History_repository.py</a:t>
            </a:r>
          </a:p>
        </p:txBody>
      </p:sp>
    </p:spTree>
    <p:extLst>
      <p:ext uri="{BB962C8B-B14F-4D97-AF65-F5344CB8AC3E}">
        <p14:creationId xmlns:p14="http://schemas.microsoft.com/office/powerpoint/2010/main" val="222688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71390-E874-34C0-933D-76244631DFDC}"/>
              </a:ext>
            </a:extLst>
          </p:cNvPr>
          <p:cNvSpPr txBox="1"/>
          <p:nvPr/>
        </p:nvSpPr>
        <p:spPr>
          <a:xfrm>
            <a:off x="327991" y="288235"/>
            <a:ext cx="3011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GET /api/health</a:t>
            </a:r>
          </a:p>
          <a:p>
            <a:r>
              <a:rPr lang="en-US" altLang="ko-KR"/>
              <a:t>   ↓</a:t>
            </a:r>
          </a:p>
          <a:p>
            <a:r>
              <a:rPr lang="en-US" altLang="ko-KR"/>
              <a:t>router (health.py)</a:t>
            </a:r>
          </a:p>
          <a:p>
            <a:r>
              <a:rPr lang="en-US" altLang="ko-KR"/>
              <a:t>   ↓</a:t>
            </a:r>
          </a:p>
          <a:p>
            <a:r>
              <a:rPr lang="en-US" altLang="ko-KR"/>
              <a:t>schema (health_response)</a:t>
            </a:r>
          </a:p>
          <a:p>
            <a:r>
              <a:rPr lang="en-US" altLang="ko-KR"/>
              <a:t>   ↓</a:t>
            </a:r>
          </a:p>
          <a:p>
            <a:r>
              <a:rPr lang="en-US" altLang="ko-KR"/>
              <a:t>service (get_health_status)</a:t>
            </a:r>
          </a:p>
          <a:p>
            <a:r>
              <a:rPr lang="en-US" altLang="ko-KR"/>
              <a:t>   ↓</a:t>
            </a:r>
          </a:p>
          <a:p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반환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&lt;</a:t>
            </a:r>
            <a:r>
              <a:rPr lang="ko-KR" altLang="en-US"/>
              <a:t>함수의 흐름</a:t>
            </a:r>
            <a:r>
              <a:rPr lang="en-US" altLang="ko-KR"/>
              <a:t>&gt;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58B37-0D91-5E59-B236-D6D984BF1EB8}"/>
              </a:ext>
            </a:extLst>
          </p:cNvPr>
          <p:cNvSpPr txBox="1"/>
          <p:nvPr/>
        </p:nvSpPr>
        <p:spPr>
          <a:xfrm>
            <a:off x="4152071" y="288235"/>
            <a:ext cx="30115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router (health.py)</a:t>
            </a:r>
          </a:p>
          <a:p>
            <a:r>
              <a:rPr lang="ko-KR" altLang="en-US"/>
              <a:t>   ↓</a:t>
            </a:r>
            <a:endParaRPr lang="en-US" altLang="ko-KR"/>
          </a:p>
          <a:p>
            <a:r>
              <a:rPr lang="ko-KR" altLang="en-US"/>
              <a:t>schema (health_response)</a:t>
            </a:r>
          </a:p>
          <a:p>
            <a:r>
              <a:rPr lang="en-US" altLang="ko-KR"/>
              <a:t>   </a:t>
            </a:r>
            <a:r>
              <a:rPr lang="ko-KR" altLang="en-US"/>
              <a:t>↓</a:t>
            </a:r>
          </a:p>
          <a:p>
            <a:r>
              <a:rPr lang="ko-KR" altLang="en-US"/>
              <a:t>service (get_health_status)</a:t>
            </a:r>
          </a:p>
          <a:p>
            <a:r>
              <a:rPr lang="ko-KR" altLang="en-US"/>
              <a:t>   ↓</a:t>
            </a:r>
            <a:endParaRPr lang="en-US" altLang="ko-KR"/>
          </a:p>
          <a:p>
            <a:r>
              <a:rPr lang="en-US" altLang="ko-KR"/>
              <a:t>App.py</a:t>
            </a:r>
            <a:r>
              <a:rPr lang="ko-KR" altLang="en-US"/>
              <a:t>에 라우터 등록</a:t>
            </a:r>
          </a:p>
          <a:p>
            <a:r>
              <a:rPr lang="ko-KR" altLang="en-US"/>
              <a:t>   ↓</a:t>
            </a:r>
          </a:p>
          <a:p>
            <a:r>
              <a:rPr lang="ko-KR" altLang="en-US"/>
              <a:t>프론트 호출</a:t>
            </a:r>
            <a:endParaRPr lang="en-US" altLang="ko-KR"/>
          </a:p>
          <a:p>
            <a:endParaRPr lang="en-US" altLang="ko-KR"/>
          </a:p>
          <a:p>
            <a:pPr algn="ctr"/>
            <a:r>
              <a:rPr lang="en-US" altLang="ko-KR"/>
              <a:t>&lt;</a:t>
            </a:r>
            <a:r>
              <a:rPr lang="ko-KR" altLang="en-US"/>
              <a:t>작성 순서</a:t>
            </a:r>
            <a:r>
              <a:rPr lang="en-US" altLang="ko-KR"/>
              <a:t>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14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17B22-6D9B-3105-4029-D653B1717CA5}"/>
              </a:ext>
            </a:extLst>
          </p:cNvPr>
          <p:cNvSpPr txBox="1"/>
          <p:nvPr/>
        </p:nvSpPr>
        <p:spPr>
          <a:xfrm>
            <a:off x="238539" y="496957"/>
            <a:ext cx="113107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라우터 </a:t>
            </a:r>
            <a:r>
              <a:rPr lang="en-US" altLang="ko-KR"/>
              <a:t># api/routers/ask.py</a:t>
            </a:r>
          </a:p>
          <a:p>
            <a:endParaRPr lang="en-US" altLang="ko-KR"/>
          </a:p>
          <a:p>
            <a:r>
              <a:rPr lang="en-US" altLang="ko-KR"/>
              <a:t>from flask import request</a:t>
            </a:r>
          </a:p>
          <a:p>
            <a:r>
              <a:rPr lang="en-US" altLang="ko-KR"/>
              <a:t>from api.</a:t>
            </a:r>
            <a:r>
              <a:rPr lang="en-US" altLang="ko-KR">
                <a:solidFill>
                  <a:schemeClr val="accent4"/>
                </a:solidFill>
              </a:rPr>
              <a:t>schemas</a:t>
            </a:r>
            <a:r>
              <a:rPr lang="en-US" altLang="ko-KR"/>
              <a:t>.ask import </a:t>
            </a:r>
            <a:r>
              <a:rPr lang="en-US" altLang="ko-KR">
                <a:solidFill>
                  <a:schemeClr val="accent4"/>
                </a:solidFill>
              </a:rPr>
              <a:t>validate_ask_request</a:t>
            </a:r>
          </a:p>
          <a:p>
            <a:r>
              <a:rPr lang="en-US" altLang="ko-KR"/>
              <a:t>from api.</a:t>
            </a:r>
            <a:r>
              <a:rPr lang="en-US" altLang="ko-KR">
                <a:solidFill>
                  <a:schemeClr val="accent6"/>
                </a:solidFill>
              </a:rPr>
              <a:t>services</a:t>
            </a:r>
            <a:r>
              <a:rPr lang="en-US" altLang="ko-KR"/>
              <a:t>.ask import </a:t>
            </a:r>
            <a:r>
              <a:rPr lang="en-US" altLang="ko-KR">
                <a:solidFill>
                  <a:schemeClr val="accent6"/>
                </a:solidFill>
              </a:rPr>
              <a:t>ask_service</a:t>
            </a:r>
          </a:p>
          <a:p>
            <a:endParaRPr lang="en-US" altLang="ko-KR"/>
          </a:p>
          <a:p>
            <a:r>
              <a:rPr lang="en-US" altLang="ko-KR"/>
              <a:t>@bp.route("/ask", methods=["POST"])</a:t>
            </a:r>
          </a:p>
          <a:p>
            <a:r>
              <a:rPr lang="en-US" altLang="ko-KR"/>
              <a:t>def ask():</a:t>
            </a:r>
          </a:p>
          <a:p>
            <a:r>
              <a:rPr lang="en-US" altLang="ko-KR"/>
              <a:t>    data = request.get_json() or {}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    validated = </a:t>
            </a:r>
            <a:r>
              <a:rPr lang="en-US" altLang="ko-KR">
                <a:solidFill>
                  <a:schemeClr val="accent4"/>
                </a:solidFill>
              </a:rPr>
              <a:t>validate_ask_request</a:t>
            </a:r>
            <a:r>
              <a:rPr lang="en-US" altLang="ko-KR"/>
              <a:t>(data)</a:t>
            </a:r>
          </a:p>
          <a:p>
            <a:endParaRPr lang="en-US" altLang="ko-KR"/>
          </a:p>
          <a:p>
            <a:r>
              <a:rPr lang="en-US" altLang="ko-KR"/>
              <a:t>    return </a:t>
            </a:r>
            <a:r>
              <a:rPr lang="en-US" altLang="ko-KR">
                <a:solidFill>
                  <a:schemeClr val="accent6"/>
                </a:solidFill>
              </a:rPr>
              <a:t>ask_service</a:t>
            </a:r>
            <a:r>
              <a:rPr lang="en-US" altLang="ko-KR"/>
              <a:t>(validated)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61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3F43-2E08-3C8D-8B4F-40046085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5D61E-CCEF-A85C-9E7B-E8150DBF7154}"/>
              </a:ext>
            </a:extLst>
          </p:cNvPr>
          <p:cNvSpPr txBox="1"/>
          <p:nvPr/>
        </p:nvSpPr>
        <p:spPr>
          <a:xfrm>
            <a:off x="238539" y="496957"/>
            <a:ext cx="113107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스키마</a:t>
            </a:r>
            <a:r>
              <a:rPr lang="en-US" altLang="ko-KR"/>
              <a:t> # api/schemas/ask.py</a:t>
            </a:r>
          </a:p>
          <a:p>
            <a:endParaRPr lang="en-US" altLang="ko-KR"/>
          </a:p>
          <a:p>
            <a:r>
              <a:rPr lang="en-US" altLang="ko-KR"/>
              <a:t>from api.</a:t>
            </a:r>
            <a:r>
              <a:rPr lang="en-US" altLang="ko-KR">
                <a:solidFill>
                  <a:srgbClr val="FF0000"/>
                </a:solidFill>
              </a:rPr>
              <a:t>exceptions</a:t>
            </a:r>
            <a:r>
              <a:rPr lang="en-US" altLang="ko-KR"/>
              <a:t>.custom import </a:t>
            </a:r>
            <a:r>
              <a:rPr lang="en-US" altLang="ko-KR">
                <a:solidFill>
                  <a:srgbClr val="FF0000"/>
                </a:solidFill>
              </a:rPr>
              <a:t>BadRequestException</a:t>
            </a:r>
          </a:p>
          <a:p>
            <a:endParaRPr lang="en-US" altLang="ko-KR"/>
          </a:p>
          <a:p>
            <a:r>
              <a:rPr lang="en-US" altLang="ko-KR"/>
              <a:t>def </a:t>
            </a:r>
            <a:r>
              <a:rPr lang="en-US" altLang="ko-KR">
                <a:solidFill>
                  <a:schemeClr val="accent4"/>
                </a:solidFill>
              </a:rPr>
              <a:t>validate_ask_request</a:t>
            </a:r>
            <a:r>
              <a:rPr lang="en-US" altLang="ko-KR"/>
              <a:t>(data):</a:t>
            </a:r>
          </a:p>
          <a:p>
            <a:r>
              <a:rPr lang="en-US" altLang="ko-KR"/>
              <a:t>    question = data.get("question")</a:t>
            </a:r>
          </a:p>
          <a:p>
            <a:r>
              <a:rPr lang="en-US" altLang="ko-KR"/>
              <a:t>    prompt = data.get("prompt")</a:t>
            </a:r>
          </a:p>
          <a:p>
            <a:endParaRPr lang="en-US" altLang="ko-KR"/>
          </a:p>
          <a:p>
            <a:r>
              <a:rPr lang="en-US" altLang="ko-KR"/>
              <a:t>    if not question or not str(question).strip():</a:t>
            </a:r>
          </a:p>
          <a:p>
            <a:r>
              <a:rPr lang="en-US" altLang="ko-KR"/>
              <a:t>        raise </a:t>
            </a:r>
            <a:r>
              <a:rPr lang="en-US" altLang="ko-KR">
                <a:solidFill>
                  <a:srgbClr val="FF0000"/>
                </a:solidFill>
              </a:rPr>
              <a:t>BadRequestException</a:t>
            </a:r>
            <a:r>
              <a:rPr lang="en-US" altLang="ko-KR"/>
              <a:t>("question required")</a:t>
            </a:r>
          </a:p>
          <a:p>
            <a:endParaRPr lang="en-US" altLang="ko-KR"/>
          </a:p>
          <a:p>
            <a:r>
              <a:rPr lang="en-US" altLang="ko-KR"/>
              <a:t>    if not prompt:</a:t>
            </a:r>
          </a:p>
          <a:p>
            <a:r>
              <a:rPr lang="en-US" altLang="ko-KR"/>
              <a:t>        raise </a:t>
            </a:r>
            <a:r>
              <a:rPr lang="en-US" altLang="ko-KR">
                <a:solidFill>
                  <a:srgbClr val="FF0000"/>
                </a:solidFill>
              </a:rPr>
              <a:t>BadRequestException</a:t>
            </a:r>
            <a:r>
              <a:rPr lang="en-US" altLang="ko-KR"/>
              <a:t>("prompt required")</a:t>
            </a:r>
          </a:p>
          <a:p>
            <a:endParaRPr lang="en-US" altLang="ko-KR"/>
          </a:p>
          <a:p>
            <a:r>
              <a:rPr lang="en-US" altLang="ko-KR"/>
              <a:t>    return {</a:t>
            </a:r>
          </a:p>
          <a:p>
            <a:r>
              <a:rPr lang="en-US" altLang="ko-KR"/>
              <a:t>        "question": question.strip(),</a:t>
            </a:r>
          </a:p>
          <a:p>
            <a:r>
              <a:rPr lang="en-US" altLang="ko-KR"/>
              <a:t>        "prompt": prompt</a:t>
            </a:r>
          </a:p>
          <a:p>
            <a:r>
              <a:rPr lang="en-US" altLang="ko-KR"/>
              <a:t>    }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71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C5679-9C20-A364-A163-8A8D2E0B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B765A-348F-17DF-9B7E-9DA73E249ECE}"/>
              </a:ext>
            </a:extLst>
          </p:cNvPr>
          <p:cNvSpPr txBox="1"/>
          <p:nvPr/>
        </p:nvSpPr>
        <p:spPr>
          <a:xfrm>
            <a:off x="238539" y="496957"/>
            <a:ext cx="113107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서비스</a:t>
            </a:r>
            <a:r>
              <a:rPr lang="en-US" altLang="ko-KR"/>
              <a:t> # api/services/ask.py</a:t>
            </a:r>
          </a:p>
          <a:p>
            <a:endParaRPr lang="en-US" altLang="ko-KR"/>
          </a:p>
          <a:p>
            <a:r>
              <a:rPr lang="en-US" altLang="ko-KR"/>
              <a:t>def </a:t>
            </a:r>
            <a:r>
              <a:rPr lang="en-US" altLang="ko-KR">
                <a:solidFill>
                  <a:schemeClr val="accent6"/>
                </a:solidFill>
              </a:rPr>
              <a:t>ask_service</a:t>
            </a:r>
            <a:r>
              <a:rPr lang="en-US" altLang="ko-KR"/>
              <a:t>(validated):</a:t>
            </a:r>
          </a:p>
          <a:p>
            <a:r>
              <a:rPr lang="en-US" altLang="ko-KR"/>
              <a:t>    question = validated["question"]</a:t>
            </a:r>
          </a:p>
          <a:p>
            <a:r>
              <a:rPr lang="en-US" altLang="ko-KR"/>
              <a:t>    prompt = validated["prompt"]</a:t>
            </a:r>
          </a:p>
          <a:p>
            <a:endParaRPr lang="en-US" altLang="ko-KR"/>
          </a:p>
          <a:p>
            <a:r>
              <a:rPr lang="en-US" altLang="ko-KR"/>
              <a:t>    # </a:t>
            </a:r>
            <a:r>
              <a:rPr lang="ko-KR" altLang="en-US"/>
              <a:t>여기서는 검증 없음 </a:t>
            </a:r>
            <a:r>
              <a:rPr lang="en-US" altLang="ko-KR"/>
              <a:t>❌</a:t>
            </a:r>
          </a:p>
          <a:p>
            <a:r>
              <a:rPr lang="en-US" altLang="ko-KR"/>
              <a:t>    # </a:t>
            </a:r>
            <a:r>
              <a:rPr lang="ko-KR" altLang="en-US"/>
              <a:t>바로 로직 수행</a:t>
            </a:r>
          </a:p>
          <a:p>
            <a:endParaRPr lang="ko-KR" altLang="en-US"/>
          </a:p>
          <a:p>
            <a:r>
              <a:rPr lang="ko-KR" altLang="en-US"/>
              <a:t>    </a:t>
            </a:r>
            <a:r>
              <a:rPr lang="en-US" altLang="ko-KR"/>
              <a:t>result = run_rag(question, prompt)</a:t>
            </a:r>
          </a:p>
          <a:p>
            <a:endParaRPr lang="en-US" altLang="ko-KR"/>
          </a:p>
          <a:p>
            <a:r>
              <a:rPr lang="en-US" altLang="ko-KR"/>
              <a:t>    return result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61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4D2C-B9FE-1A12-BDD2-C501C680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A42689-8B00-D06C-3ED6-60F53D21695B}"/>
              </a:ext>
            </a:extLst>
          </p:cNvPr>
          <p:cNvSpPr txBox="1"/>
          <p:nvPr/>
        </p:nvSpPr>
        <p:spPr>
          <a:xfrm>
            <a:off x="238539" y="496957"/>
            <a:ext cx="113107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api.routes. __init__.py</a:t>
            </a:r>
          </a:p>
          <a:p>
            <a:endParaRPr lang="en-US" altLang="ko-KR"/>
          </a:p>
          <a:p>
            <a:r>
              <a:rPr lang="en-US" altLang="ko-KR"/>
              <a:t>from .ask import ask_bp</a:t>
            </a:r>
            <a:br>
              <a:rPr lang="en-US" altLang="ko-KR"/>
            </a:br>
            <a:r>
              <a:rPr lang="en-US" altLang="ko-KR"/>
              <a:t>from .prompt import prompt_bp</a:t>
            </a:r>
            <a:br>
              <a:rPr lang="en-US" altLang="ko-KR"/>
            </a:br>
            <a:r>
              <a:rPr lang="en-US" altLang="ko-KR"/>
              <a:t>from .history import history_bp</a:t>
            </a:r>
            <a:br>
              <a:rPr lang="en-US" altLang="ko-KR"/>
            </a:br>
            <a:r>
              <a:rPr lang="en-US" altLang="ko-KR"/>
              <a:t>from .health import health_bp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def register_blueprints(app):</a:t>
            </a:r>
            <a:br>
              <a:rPr lang="en-US" altLang="ko-KR"/>
            </a:br>
            <a:r>
              <a:rPr lang="en-US" altLang="ko-KR"/>
              <a:t>app.register_blueprint(ask_bp, url_prefix="/api/ask")</a:t>
            </a:r>
            <a:br>
              <a:rPr lang="en-US" altLang="ko-KR"/>
            </a:br>
            <a:r>
              <a:rPr lang="en-US" altLang="ko-KR"/>
              <a:t>app.register_blueprint(prompt_bp, url_prefix="/api/prompt")</a:t>
            </a:r>
            <a:br>
              <a:rPr lang="en-US" altLang="ko-KR"/>
            </a:br>
            <a:r>
              <a:rPr lang="en-US" altLang="ko-KR"/>
              <a:t>app.register_blueprint(history_bp, url_prefix="/api/history")</a:t>
            </a:r>
            <a:br>
              <a:rPr lang="en-US" altLang="ko-KR"/>
            </a:br>
            <a:r>
              <a:rPr lang="en-US" altLang="ko-KR"/>
              <a:t>app.register_blueprint(health_bp, url_prefix="/api/health")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24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25724-BA07-71CF-68A2-426EBE91044C}"/>
              </a:ext>
            </a:extLst>
          </p:cNvPr>
          <p:cNvSpPr txBox="1"/>
          <p:nvPr/>
        </p:nvSpPr>
        <p:spPr>
          <a:xfrm>
            <a:off x="231913" y="89452"/>
            <a:ext cx="11489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&lt;App.py&gt;</a:t>
            </a:r>
          </a:p>
          <a:p>
            <a:endParaRPr lang="en-US" altLang="ko-KR"/>
          </a:p>
          <a:p>
            <a:r>
              <a:rPr lang="en-US" altLang="ko-KR"/>
              <a:t>from flask import Flask</a:t>
            </a:r>
            <a:br>
              <a:rPr lang="en-US" altLang="ko-KR"/>
            </a:br>
            <a:r>
              <a:rPr lang="en-US" altLang="ko-KR"/>
              <a:t>from api.</a:t>
            </a:r>
            <a:r>
              <a:rPr lang="en-US" altLang="ko-KR">
                <a:solidFill>
                  <a:schemeClr val="accent2"/>
                </a:solidFill>
              </a:rPr>
              <a:t>routers</a:t>
            </a:r>
            <a:r>
              <a:rPr lang="en-US" altLang="ko-KR"/>
              <a:t>.ask import </a:t>
            </a:r>
            <a:r>
              <a:rPr lang="en-US" altLang="ko-KR">
                <a:solidFill>
                  <a:schemeClr val="accent2"/>
                </a:solidFill>
              </a:rPr>
              <a:t>ask_bp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app = Flask(__name__)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app.register_blueprint(</a:t>
            </a:r>
            <a:r>
              <a:rPr lang="en-US" altLang="ko-KR">
                <a:solidFill>
                  <a:schemeClr val="accent2"/>
                </a:solidFill>
              </a:rPr>
              <a:t>ask_bp</a:t>
            </a:r>
            <a:r>
              <a:rPr lang="en-US" altLang="ko-KR"/>
              <a:t>, url_prefix="/api/ask")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if __name__ == "__main__":</a:t>
            </a:r>
            <a:br>
              <a:rPr lang="en-US" altLang="ko-KR"/>
            </a:br>
            <a:r>
              <a:rPr lang="en-US" altLang="ko-KR"/>
              <a:t>app.run(host="0.0.0.0", port=5002, debug=False)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68AED-61C5-B8FC-48E5-E4B3E9733F39}"/>
              </a:ext>
            </a:extLst>
          </p:cNvPr>
          <p:cNvSpPr txBox="1"/>
          <p:nvPr/>
        </p:nvSpPr>
        <p:spPr>
          <a:xfrm>
            <a:off x="231913" y="3531704"/>
            <a:ext cx="11489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&lt;App.py&gt; - init </a:t>
            </a:r>
            <a:r>
              <a:rPr lang="ko-KR" altLang="en-US"/>
              <a:t>을 통해 기능이 많아지면 </a:t>
            </a:r>
            <a:r>
              <a:rPr lang="en-US" altLang="ko-KR"/>
              <a:t>bp</a:t>
            </a:r>
            <a:r>
              <a:rPr lang="ko-KR" altLang="en-US"/>
              <a:t>로 가득해져 가독성을 방해하는 것을 방지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from flask import Flask</a:t>
            </a:r>
          </a:p>
          <a:p>
            <a:r>
              <a:rPr lang="en-US" altLang="ko-KR"/>
              <a:t>from api.</a:t>
            </a:r>
            <a:r>
              <a:rPr lang="en-US" altLang="ko-KR">
                <a:solidFill>
                  <a:schemeClr val="accent2"/>
                </a:solidFill>
              </a:rPr>
              <a:t>routers</a:t>
            </a:r>
            <a:r>
              <a:rPr lang="en-US" altLang="ko-KR"/>
              <a:t> import </a:t>
            </a:r>
            <a:r>
              <a:rPr lang="en-US" altLang="ko-KR">
                <a:solidFill>
                  <a:schemeClr val="accent2"/>
                </a:solidFill>
              </a:rPr>
              <a:t>register_blueprints</a:t>
            </a:r>
          </a:p>
          <a:p>
            <a:endParaRPr lang="en-US" altLang="ko-KR"/>
          </a:p>
          <a:p>
            <a:r>
              <a:rPr lang="en-US" altLang="ko-KR"/>
              <a:t>app = Flask(__name__)</a:t>
            </a:r>
          </a:p>
          <a:p>
            <a:endParaRPr lang="en-US" altLang="ko-KR"/>
          </a:p>
          <a:p>
            <a:r>
              <a:rPr lang="en-US" altLang="ko-KR">
                <a:solidFill>
                  <a:schemeClr val="accent2"/>
                </a:solidFill>
              </a:rPr>
              <a:t>register_blueprints</a:t>
            </a:r>
            <a:r>
              <a:rPr lang="en-US" altLang="ko-KR"/>
              <a:t>(app)</a:t>
            </a:r>
          </a:p>
          <a:p>
            <a:endParaRPr lang="en-US" altLang="ko-KR"/>
          </a:p>
          <a:p>
            <a:r>
              <a:rPr lang="en-US" altLang="ko-KR"/>
              <a:t>if __name__ == "__main__":</a:t>
            </a:r>
          </a:p>
          <a:p>
            <a:r>
              <a:rPr lang="en-US" altLang="ko-KR"/>
              <a:t>    app.run(host="0.0.0.0", port=5002)</a:t>
            </a:r>
          </a:p>
        </p:txBody>
      </p:sp>
    </p:spTree>
    <p:extLst>
      <p:ext uri="{BB962C8B-B14F-4D97-AF65-F5344CB8AC3E}">
        <p14:creationId xmlns:p14="http://schemas.microsoft.com/office/powerpoint/2010/main" val="35062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7824A-D434-1A1A-4CFF-007A25043B79}"/>
              </a:ext>
            </a:extLst>
          </p:cNvPr>
          <p:cNvSpPr txBox="1"/>
          <p:nvPr/>
        </p:nvSpPr>
        <p:spPr>
          <a:xfrm>
            <a:off x="248478" y="208722"/>
            <a:ext cx="7225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현재 사용하고 있는 </a:t>
            </a:r>
            <a:r>
              <a:rPr lang="en-US" altLang="ko-KR"/>
              <a:t>api </a:t>
            </a:r>
            <a:r>
              <a:rPr lang="ko-KR" altLang="en-US"/>
              <a:t>호출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B197F-B214-39CA-00AF-A4EF5CBC3FD7}"/>
              </a:ext>
            </a:extLst>
          </p:cNvPr>
          <p:cNvSpPr txBox="1"/>
          <p:nvPr/>
        </p:nvSpPr>
        <p:spPr>
          <a:xfrm>
            <a:off x="6659217" y="0"/>
            <a:ext cx="5406887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질문하기 </a:t>
            </a:r>
            <a:r>
              <a:rPr lang="en-US" altLang="ko-KR" sz="1000"/>
              <a:t>(askQuestionStream)</a:t>
            </a:r>
          </a:p>
          <a:p>
            <a:r>
              <a:rPr lang="en-US" altLang="ko-KR" sz="1000" b="1"/>
              <a:t>In : ( </a:t>
            </a:r>
          </a:p>
          <a:p>
            <a:r>
              <a:rPr lang="en-US" altLang="ko-KR" sz="1000" b="1"/>
              <a:t>question, 		--string</a:t>
            </a:r>
          </a:p>
          <a:p>
            <a:r>
              <a:rPr lang="en-US" altLang="ko-KR" sz="1000" b="1"/>
              <a:t>Prompt, 		--object</a:t>
            </a:r>
          </a:p>
          <a:p>
            <a:r>
              <a:rPr lang="en-US" altLang="ko-KR" sz="1000" b="1"/>
              <a:t>Question_user 	--string</a:t>
            </a:r>
          </a:p>
          <a:p>
            <a:r>
              <a:rPr lang="en-US" altLang="ko-KR" sz="1000" b="1"/>
              <a:t>)</a:t>
            </a:r>
          </a:p>
          <a:p>
            <a:endParaRPr lang="en-US" altLang="ko-KR" sz="1000"/>
          </a:p>
          <a:p>
            <a:r>
              <a:rPr lang="en-US" altLang="ko-KR" sz="1000"/>
              <a:t>// done </a:t>
            </a:r>
            <a:r>
              <a:rPr lang="ko-KR" altLang="en-US" sz="1000"/>
              <a:t>시점에 </a:t>
            </a:r>
            <a:r>
              <a:rPr lang="en-US" altLang="ko-KR" sz="1000"/>
              <a:t>history</a:t>
            </a:r>
            <a:r>
              <a:rPr lang="ko-KR" altLang="en-US" sz="1000"/>
              <a:t>를 생성하여 </a:t>
            </a:r>
            <a:r>
              <a:rPr lang="en-US" altLang="ko-KR" sz="1000"/>
              <a:t>history_id </a:t>
            </a:r>
            <a:r>
              <a:rPr lang="ko-KR" altLang="en-US" sz="1000"/>
              <a:t>를 얻어옴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 b="1"/>
              <a:t>Out</a:t>
            </a:r>
            <a:r>
              <a:rPr lang="en-US" altLang="ko-KR" sz="1000"/>
              <a:t> :</a:t>
            </a:r>
          </a:p>
          <a:p>
            <a:r>
              <a:rPr lang="en-US" altLang="ko-KR" sz="1000"/>
              <a:t>1. SSE </a:t>
            </a:r>
            <a:r>
              <a:rPr lang="ko-KR" altLang="en-US" sz="1000"/>
              <a:t>공통 포맷</a:t>
            </a:r>
            <a:endParaRPr lang="en-US" altLang="ko-KR" sz="1000"/>
          </a:p>
          <a:p>
            <a:r>
              <a:rPr lang="en-US" altLang="ko-KR" sz="1000"/>
              <a:t>Event : &lt; </a:t>
            </a:r>
            <a:r>
              <a:rPr lang="en-US" altLang="ko-KR" sz="1000" b="1"/>
              <a:t>start | chunk | done | error </a:t>
            </a:r>
            <a:r>
              <a:rPr lang="en-US" altLang="ko-KR" sz="1000"/>
              <a:t>&gt;</a:t>
            </a:r>
          </a:p>
          <a:p>
            <a:r>
              <a:rPr lang="en-US" altLang="ko-KR" sz="1000"/>
              <a:t>Data : &lt;json&gt;</a:t>
            </a:r>
          </a:p>
          <a:p>
            <a:endParaRPr lang="en-US" altLang="ko-KR" sz="1000"/>
          </a:p>
          <a:p>
            <a:r>
              <a:rPr lang="en-US" altLang="ko-KR" sz="1000"/>
              <a:t>2. </a:t>
            </a:r>
            <a:r>
              <a:rPr lang="ko-KR" altLang="en-US" sz="1000"/>
              <a:t>이벤트별 </a:t>
            </a:r>
            <a:r>
              <a:rPr lang="en-US" altLang="ko-KR" sz="1000"/>
              <a:t>payload </a:t>
            </a:r>
            <a:r>
              <a:rPr lang="ko-KR" altLang="en-US" sz="1000"/>
              <a:t>스키마</a:t>
            </a:r>
            <a:endParaRPr lang="en-US" altLang="ko-KR" sz="1000"/>
          </a:p>
          <a:p>
            <a:r>
              <a:rPr lang="en-US" altLang="ko-KR" sz="1000"/>
              <a:t>Start : { “status” : “streaming” }</a:t>
            </a:r>
          </a:p>
          <a:p>
            <a:r>
              <a:rPr lang="en-US" altLang="ko-KR" sz="1000"/>
              <a:t>Chunk : { “text” : “</a:t>
            </a:r>
            <a:r>
              <a:rPr lang="ko-KR" altLang="en-US" sz="1000"/>
              <a:t>토큰 문자열</a:t>
            </a:r>
            <a:r>
              <a:rPr lang="en-US" altLang="ko-KR" sz="1000"/>
              <a:t>” }</a:t>
            </a:r>
          </a:p>
          <a:p>
            <a:r>
              <a:rPr lang="en-US" altLang="ko-KR" sz="1000" b="1"/>
              <a:t>Done : {</a:t>
            </a:r>
          </a:p>
          <a:p>
            <a:r>
              <a:rPr lang="en-US" altLang="ko-KR" sz="1000" b="1"/>
              <a:t>  question,</a:t>
            </a:r>
          </a:p>
          <a:p>
            <a:r>
              <a:rPr lang="en-US" altLang="ko-KR" sz="1000" b="1"/>
              <a:t>  [</a:t>
            </a:r>
            <a:r>
              <a:rPr lang="ko-KR" altLang="en-US" sz="1000" b="1"/>
              <a:t>문서기반</a:t>
            </a:r>
            <a:r>
              <a:rPr lang="en-US" altLang="ko-KR" sz="1000" b="1"/>
              <a:t>]</a:t>
            </a:r>
          </a:p>
          <a:p>
            <a:r>
              <a:rPr lang="en-US" altLang="ko-KR" sz="1000" b="1"/>
              <a:t>  answer,</a:t>
            </a:r>
          </a:p>
          <a:p>
            <a:r>
              <a:rPr lang="en-US" altLang="ko-KR" sz="1000" b="1"/>
              <a:t>  time,</a:t>
            </a:r>
          </a:p>
          <a:p>
            <a:r>
              <a:rPr lang="en-US" altLang="ko-KR" sz="1000" b="1"/>
              <a:t>  img_list,</a:t>
            </a:r>
          </a:p>
          <a:p>
            <a:r>
              <a:rPr lang="en-US" altLang="ko-KR" sz="1000" b="1"/>
              <a:t>  chunk_map,</a:t>
            </a:r>
          </a:p>
          <a:p>
            <a:r>
              <a:rPr lang="en-US" altLang="ko-KR" sz="1000" b="1"/>
              <a:t>  [</a:t>
            </a:r>
            <a:r>
              <a:rPr lang="ko-KR" altLang="en-US" sz="1000" b="1"/>
              <a:t>암묵지기반</a:t>
            </a:r>
            <a:r>
              <a:rPr lang="en-US" altLang="ko-KR" sz="1000" b="1"/>
              <a:t>],</a:t>
            </a:r>
          </a:p>
          <a:p>
            <a:r>
              <a:rPr lang="en-US" altLang="ko-KR" sz="1000" b="1"/>
              <a:t>  …, </a:t>
            </a:r>
          </a:p>
          <a:p>
            <a:r>
              <a:rPr lang="en-US" altLang="ko-KR" sz="1000" b="1"/>
              <a:t>  [</a:t>
            </a:r>
            <a:r>
              <a:rPr lang="ko-KR" altLang="en-US" sz="1000" b="1"/>
              <a:t>통합</a:t>
            </a:r>
            <a:r>
              <a:rPr lang="en-US" altLang="ko-KR" sz="1000" b="1"/>
              <a:t>]</a:t>
            </a:r>
          </a:p>
          <a:p>
            <a:r>
              <a:rPr lang="en-US" altLang="ko-KR" sz="1000" b="1"/>
              <a:t>  …,</a:t>
            </a:r>
          </a:p>
          <a:p>
            <a:r>
              <a:rPr lang="en-US" altLang="ko-KR" sz="1000" b="1"/>
              <a:t>  status,</a:t>
            </a:r>
          </a:p>
          <a:p>
            <a:r>
              <a:rPr lang="en-US" altLang="ko-KR" sz="1000" b="1"/>
              <a:t>  history_id</a:t>
            </a:r>
          </a:p>
          <a:p>
            <a:r>
              <a:rPr lang="en-US" altLang="ko-KR" sz="1000" b="1"/>
              <a:t>}</a:t>
            </a:r>
          </a:p>
          <a:p>
            <a:r>
              <a:rPr lang="en-US" altLang="ko-KR" sz="1000"/>
              <a:t>Error: { “error” : string }</a:t>
            </a:r>
          </a:p>
          <a:p>
            <a:endParaRPr lang="en-US" altLang="ko-KR" sz="1000"/>
          </a:p>
          <a:p>
            <a:r>
              <a:rPr lang="ko-KR" altLang="en-US" sz="1000"/>
              <a:t>정상 </a:t>
            </a:r>
            <a:r>
              <a:rPr lang="en-US" altLang="ko-KR" sz="1000"/>
              <a:t>: start -&gt; chunk …  -&gt; done</a:t>
            </a:r>
          </a:p>
          <a:p>
            <a:r>
              <a:rPr lang="ko-KR" altLang="en-US" sz="1000"/>
              <a:t>에러 </a:t>
            </a:r>
            <a:r>
              <a:rPr lang="en-US" altLang="ko-KR" sz="1000"/>
              <a:t>: start -&gt; chunk … -&gt; error</a:t>
            </a:r>
          </a:p>
          <a:p>
            <a:endParaRPr lang="en-US" altLang="ko-KR" sz="1000"/>
          </a:p>
          <a:p>
            <a:r>
              <a:rPr lang="en-US" altLang="ko-KR" sz="1000"/>
              <a:t>&lt;</a:t>
            </a:r>
            <a:r>
              <a:rPr lang="ko-KR" altLang="en-US" sz="1000"/>
              <a:t>현재</a:t>
            </a:r>
            <a:r>
              <a:rPr lang="en-US" altLang="ko-KR" sz="1000"/>
              <a:t>&gt;</a:t>
            </a:r>
          </a:p>
          <a:p>
            <a:r>
              <a:rPr lang="en-US" altLang="ko-KR" sz="1000"/>
              <a:t>Done</a:t>
            </a:r>
            <a:r>
              <a:rPr lang="ko-KR" altLang="en-US" sz="1000"/>
              <a:t>이 오기전까지 프론트에서 토큰내용을 뿌려주다가</a:t>
            </a:r>
            <a:br>
              <a:rPr lang="en-US" altLang="ko-KR" sz="1000"/>
            </a:br>
            <a:r>
              <a:rPr lang="en-US" altLang="ko-KR" sz="1000"/>
              <a:t>done</a:t>
            </a:r>
            <a:r>
              <a:rPr lang="ko-KR" altLang="en-US" sz="1000"/>
              <a:t>이 오면 </a:t>
            </a:r>
            <a:r>
              <a:rPr lang="en-US" altLang="ko-KR" sz="1000"/>
              <a:t>history</a:t>
            </a:r>
            <a:r>
              <a:rPr lang="ko-KR" altLang="en-US" sz="1000"/>
              <a:t>를 </a:t>
            </a:r>
            <a:r>
              <a:rPr lang="en-US" altLang="ko-KR" sz="1000"/>
              <a:t>load</a:t>
            </a:r>
            <a:r>
              <a:rPr lang="ko-KR" altLang="en-US" sz="1000"/>
              <a:t>하여 스트리밍을 끝내고 갱신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&lt;</a:t>
            </a:r>
            <a:r>
              <a:rPr lang="ko-KR" altLang="en-US" sz="1000"/>
              <a:t>개선할 점</a:t>
            </a:r>
            <a:r>
              <a:rPr lang="en-US" altLang="ko-KR" sz="1000"/>
              <a:t>&gt;</a:t>
            </a:r>
          </a:p>
          <a:p>
            <a:r>
              <a:rPr lang="en-US" altLang="ko-KR" sz="1000"/>
              <a:t>Done</a:t>
            </a:r>
            <a:r>
              <a:rPr lang="ko-KR" altLang="en-US" sz="1000"/>
              <a:t>이 와서 </a:t>
            </a:r>
            <a:r>
              <a:rPr lang="en-US" altLang="ko-KR" sz="1000"/>
              <a:t>history</a:t>
            </a:r>
            <a:r>
              <a:rPr lang="ko-KR" altLang="en-US" sz="1000"/>
              <a:t>를 </a:t>
            </a:r>
            <a:r>
              <a:rPr lang="en-US" altLang="ko-KR" sz="1000"/>
              <a:t>load</a:t>
            </a:r>
            <a:r>
              <a:rPr lang="ko-KR" altLang="en-US" sz="1000"/>
              <a:t>하여 갱신을 할거면 </a:t>
            </a:r>
            <a:r>
              <a:rPr lang="en-US" altLang="ko-KR" sz="1000"/>
              <a:t>done</a:t>
            </a:r>
            <a:r>
              <a:rPr lang="ko-KR" altLang="en-US" sz="1000"/>
              <a:t>의 </a:t>
            </a:r>
            <a:r>
              <a:rPr lang="en-US" altLang="ko-KR" sz="1000"/>
              <a:t>payload</a:t>
            </a:r>
            <a:r>
              <a:rPr lang="ko-KR" altLang="en-US" sz="1000"/>
              <a:t>가</a:t>
            </a:r>
            <a:endParaRPr lang="en-US" altLang="ko-KR" sz="1000"/>
          </a:p>
          <a:p>
            <a:r>
              <a:rPr lang="en-US" altLang="ko-KR" sz="1000" b="1"/>
              <a:t>Status</a:t>
            </a:r>
            <a:r>
              <a:rPr lang="ko-KR" altLang="en-US" sz="1000" b="1"/>
              <a:t>와 </a:t>
            </a:r>
            <a:r>
              <a:rPr lang="en-US" altLang="ko-KR" sz="1000" b="1"/>
              <a:t>history_id</a:t>
            </a:r>
            <a:r>
              <a:rPr lang="ko-KR" altLang="en-US" sz="1000" b="1"/>
              <a:t>만 갖도록 하고</a:t>
            </a:r>
            <a:r>
              <a:rPr lang="en-US" altLang="ko-KR" sz="1000"/>
              <a:t>, </a:t>
            </a:r>
            <a:r>
              <a:rPr lang="ko-KR" altLang="en-US" sz="1000"/>
              <a:t>갱신시키면 됨</a:t>
            </a:r>
            <a:endParaRPr lang="en-US" altLang="ko-KR" sz="1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B2AB20-D494-EEAB-FFF5-90AB4DC4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78" y="4094098"/>
            <a:ext cx="6282329" cy="7661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B7C2E7-683A-B2BD-082C-BFDEA6F64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8" y="886563"/>
            <a:ext cx="6296863" cy="24430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10ECE4-47E7-D308-C31A-1CFA417EFD9D}"/>
              </a:ext>
            </a:extLst>
          </p:cNvPr>
          <p:cNvSpPr txBox="1"/>
          <p:nvPr/>
        </p:nvSpPr>
        <p:spPr>
          <a:xfrm>
            <a:off x="248478" y="5148470"/>
            <a:ext cx="5847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POST </a:t>
            </a:r>
          </a:p>
          <a:p>
            <a:r>
              <a:rPr lang="en-US" altLang="ko-KR"/>
              <a:t>In : ( question, prompt, question_user )</a:t>
            </a:r>
          </a:p>
          <a:p>
            <a:r>
              <a:rPr lang="en-US" altLang="ko-KR"/>
              <a:t>Out :{ event, data }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34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5CDAB6-0A59-B3BA-3D4D-9DFF8FB87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5" y="231234"/>
            <a:ext cx="7388906" cy="9813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8C4312-7B8B-60DC-EAC8-520035D31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4" y="1390493"/>
            <a:ext cx="7363641" cy="3171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0C2866-ACEB-CCA7-94AD-903B48C8A078}"/>
              </a:ext>
            </a:extLst>
          </p:cNvPr>
          <p:cNvSpPr txBox="1"/>
          <p:nvPr/>
        </p:nvSpPr>
        <p:spPr>
          <a:xfrm>
            <a:off x="7782339" y="231234"/>
            <a:ext cx="43334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In : ( top_n : </a:t>
            </a:r>
            <a:r>
              <a:rPr lang="ko-KR" altLang="en-US" sz="1400"/>
              <a:t>상위 </a:t>
            </a:r>
            <a:r>
              <a:rPr lang="en-US" altLang="ko-KR" sz="1400"/>
              <a:t>n</a:t>
            </a:r>
            <a:r>
              <a:rPr lang="ko-KR" altLang="en-US" sz="1400"/>
              <a:t>개 조회 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r>
              <a:rPr lang="en-US" altLang="ko-KR" sz="1400"/>
              <a:t>Rows = history </a:t>
            </a:r>
            <a:r>
              <a:rPr lang="ko-KR" altLang="en-US" sz="1400"/>
              <a:t>프로시저</a:t>
            </a:r>
            <a:r>
              <a:rPr lang="en-US" altLang="ko-KR" sz="1400"/>
              <a:t> </a:t>
            </a:r>
            <a:r>
              <a:rPr lang="ko-KR" altLang="en-US" sz="1400"/>
              <a:t>결과값 </a:t>
            </a:r>
            <a:r>
              <a:rPr lang="en-US" altLang="ko-KR" sz="1400"/>
              <a:t>(200</a:t>
            </a:r>
            <a:r>
              <a:rPr lang="ko-KR" altLang="en-US" sz="1400"/>
              <a:t>행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r>
              <a:rPr lang="en-US" altLang="ko-KR" sz="1400"/>
              <a:t>* </a:t>
            </a:r>
            <a:r>
              <a:rPr lang="ko-KR" altLang="en-US" sz="1400"/>
              <a:t>경량화를 위해 청크맵을 따로 조회햇엇음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Out : [</a:t>
            </a:r>
          </a:p>
          <a:p>
            <a:r>
              <a:rPr lang="en-US" altLang="ko-KR" sz="1400"/>
              <a:t>	row1 + chunk_map1,</a:t>
            </a:r>
          </a:p>
          <a:p>
            <a:r>
              <a:rPr lang="en-US" altLang="ko-KR" sz="1400"/>
              <a:t>	row2 + chunk_map2,</a:t>
            </a:r>
          </a:p>
          <a:p>
            <a:r>
              <a:rPr lang="en-US" altLang="ko-KR" sz="1400"/>
              <a:t>	…</a:t>
            </a:r>
          </a:p>
          <a:p>
            <a:r>
              <a:rPr lang="en-US" altLang="ko-KR" sz="1400"/>
              <a:t>]</a:t>
            </a:r>
          </a:p>
          <a:p>
            <a:endParaRPr lang="en-US" altLang="ko-KR" sz="1400"/>
          </a:p>
          <a:p>
            <a:r>
              <a:rPr lang="ko-KR" altLang="en-US" sz="1400"/>
              <a:t>이걸 서버페이징 형식으로 전환하면</a:t>
            </a:r>
            <a:endParaRPr lang="en-US" altLang="ko-KR" sz="1400"/>
          </a:p>
          <a:p>
            <a:r>
              <a:rPr lang="ko-KR" altLang="en-US" sz="1400"/>
              <a:t>더 경량화되고 쉽게 가져올 수 잇을 것 같음</a:t>
            </a:r>
          </a:p>
        </p:txBody>
      </p:sp>
    </p:spTree>
    <p:extLst>
      <p:ext uri="{BB962C8B-B14F-4D97-AF65-F5344CB8AC3E}">
        <p14:creationId xmlns:p14="http://schemas.microsoft.com/office/powerpoint/2010/main" val="296351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91B340-8DFB-F9C1-3DF5-FE9D6C60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6" y="104090"/>
            <a:ext cx="4972744" cy="3886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ACDDD6-93AB-640C-2B4A-CD64B816D0F5}"/>
              </a:ext>
            </a:extLst>
          </p:cNvPr>
          <p:cNvSpPr txBox="1"/>
          <p:nvPr/>
        </p:nvSpPr>
        <p:spPr>
          <a:xfrm>
            <a:off x="5387009" y="288235"/>
            <a:ext cx="65896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/getPromptList , [POST]</a:t>
            </a:r>
          </a:p>
          <a:p>
            <a:r>
              <a:rPr lang="en-US" altLang="ko-KR"/>
              <a:t>In : x</a:t>
            </a:r>
          </a:p>
          <a:p>
            <a:endParaRPr lang="en-US" altLang="ko-KR"/>
          </a:p>
          <a:p>
            <a:r>
              <a:rPr lang="en-US" altLang="ko-KR"/>
              <a:t>Out :</a:t>
            </a:r>
          </a:p>
          <a:p>
            <a:r>
              <a:rPr lang="en-US" altLang="ko-KR"/>
              <a:t>[</a:t>
            </a:r>
          </a:p>
          <a:p>
            <a:pPr lvl="1"/>
            <a:r>
              <a:rPr lang="en-US" altLang="ko-KR"/>
              <a:t>{  </a:t>
            </a:r>
          </a:p>
          <a:p>
            <a:pPr lvl="2"/>
            <a:r>
              <a:rPr lang="en-US" altLang="ko-KR"/>
              <a:t>PROMPT_NO,</a:t>
            </a:r>
          </a:p>
          <a:p>
            <a:pPr lvl="2"/>
            <a:r>
              <a:rPr lang="en-US" altLang="ko-KR"/>
              <a:t>PROMPT_NAME,</a:t>
            </a:r>
          </a:p>
          <a:p>
            <a:pPr lvl="2"/>
            <a:r>
              <a:rPr lang="en-US" altLang="ko-KR"/>
              <a:t>PROMPT_TXT,</a:t>
            </a:r>
          </a:p>
          <a:p>
            <a:pPr lvl="2"/>
            <a:r>
              <a:rPr lang="en-US" altLang="ko-KR"/>
              <a:t>CREATE_USER,</a:t>
            </a:r>
          </a:p>
          <a:p>
            <a:pPr lvl="2"/>
            <a:r>
              <a:rPr lang="en-US" altLang="ko-KR">
                <a:solidFill>
                  <a:schemeClr val="accent2"/>
                </a:solidFill>
              </a:rPr>
              <a:t>SEL_YN</a:t>
            </a:r>
          </a:p>
          <a:p>
            <a:pPr lvl="1"/>
            <a:r>
              <a:rPr lang="en-US" altLang="ko-KR"/>
              <a:t>},</a:t>
            </a:r>
          </a:p>
          <a:p>
            <a:pPr lvl="1"/>
            <a:r>
              <a:rPr lang="en-US" altLang="ko-KR"/>
              <a:t>{</a:t>
            </a:r>
          </a:p>
          <a:p>
            <a:pPr lvl="1"/>
            <a:r>
              <a:rPr lang="en-US" altLang="ko-KR"/>
              <a:t>	…</a:t>
            </a:r>
          </a:p>
          <a:p>
            <a:pPr lvl="1"/>
            <a:r>
              <a:rPr lang="en-US" altLang="ko-KR"/>
              <a:t>},</a:t>
            </a:r>
          </a:p>
          <a:p>
            <a:pPr lvl="1"/>
            <a:r>
              <a:rPr lang="en-US" altLang="ko-KR"/>
              <a:t>…</a:t>
            </a:r>
          </a:p>
          <a:p>
            <a:r>
              <a:rPr lang="en-US" altLang="ko-KR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3497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1036</Words>
  <Application>Microsoft Office PowerPoint</Application>
  <PresentationFormat>와이드스크린</PresentationFormat>
  <Paragraphs>185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김</dc:creator>
  <cp:lastModifiedBy>성민 김</cp:lastModifiedBy>
  <cp:revision>4</cp:revision>
  <dcterms:created xsi:type="dcterms:W3CDTF">2026-03-30T07:16:55Z</dcterms:created>
  <dcterms:modified xsi:type="dcterms:W3CDTF">2026-03-31T08:06:41Z</dcterms:modified>
</cp:coreProperties>
</file>